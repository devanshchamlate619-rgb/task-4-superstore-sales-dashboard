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E6E0B-2D78-8E3C-9CF7-11E35D9302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C21FD9-9091-5E3D-3724-9D855961A0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A82585-E108-8773-C1E8-505F89D8B5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DF88A-0BD0-4A52-BB9F-7B304716A4A9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EDF123-0A47-54E4-CAF1-EFB16C723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8B2723-6702-6D7C-EEE2-7AC01B3EA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2F1CE-44CC-4795-A649-7E9C012288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33153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989702-513D-E56A-9094-C97597DE2E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4E9666-DED7-5176-5FAF-D9E0863D6B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1C4BE4-FE6D-9951-2BD9-2F6DF99E55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DF88A-0BD0-4A52-BB9F-7B304716A4A9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8EE45C-69E7-AC00-7D52-94DA48289E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E8A880-3162-3B58-90D6-ECBF78436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2F1CE-44CC-4795-A649-7E9C012288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9758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76853-5470-F16D-62C1-AC5452356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6A0504-4102-8AE2-CA76-F7EC9D8C7F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FB19CE-C4D8-6C24-CEA9-B1087F10B0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DF88A-0BD0-4A52-BB9F-7B304716A4A9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BC42C9-A5EC-E628-2AEE-E35A26BA6F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D34525-477D-B151-5278-3B1A9A3EF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2F1CE-44CC-4795-A649-7E9C012288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62232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394E01-AAD1-7D4F-46F0-89CD5271CB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BBBF8-22F3-1B91-ED1B-2CBC23A0B8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24F58F-89B9-D973-D57B-C6D0E2C04A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91774C-4B6A-FF71-43DD-4C75E4EB4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DF88A-0BD0-4A52-BB9F-7B304716A4A9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D9D4B8-765E-B1A3-CD07-6511582E1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DA263D-412C-690D-02C2-76B5DC9D2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2F1CE-44CC-4795-A649-7E9C012288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55489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0426D3-8CFC-0BAC-52AA-AF0426A383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22311F-5E35-D924-3CC7-DDDCE50F61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AFE4B6-A865-1130-F291-FBED598FE7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6AFF59-616B-76E7-89B6-B793981F8E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6F8F15-8752-B877-4C94-8E5BC4481C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5B1C700-7EC0-A6BE-F012-452774F2DE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DF88A-0BD0-4A52-BB9F-7B304716A4A9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5245156-A6AC-8E72-125B-544BF066A4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6DD594-5E3F-D86F-56CC-EEB6B5179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2F1CE-44CC-4795-A649-7E9C012288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90128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5099F-DA15-B73A-A891-CC68031865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1E5CA0-28A3-FF97-EA18-B36EEAF74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DF88A-0BD0-4A52-BB9F-7B304716A4A9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55E2F4-927A-90F2-195C-32A109585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E23896-61CA-9CA0-1267-23180D124A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2F1CE-44CC-4795-A649-7E9C012288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69314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DC159E-B383-3798-E084-A0319CBC50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DF88A-0BD0-4A52-BB9F-7B304716A4A9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4A59378-46F7-4F1C-7963-AE5AB5A39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556C24-EBAD-CC15-481E-BF4F60E87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2F1CE-44CC-4795-A649-7E9C012288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80989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CE9DC-ED37-2047-10FF-C4203C5F32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79C83C-D6DE-3D25-7527-4F7386B3A0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A2BA1A-A46F-8CA0-F2F7-5CD5D3F858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ED36D1-0734-82DD-9A71-54C3E507F2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DF88A-0BD0-4A52-BB9F-7B304716A4A9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7EADA5-50CE-7E8D-83D6-B508C3C88C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338AAF-5795-9729-E69F-AD5D6B2BF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2F1CE-44CC-4795-A649-7E9C012288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09511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F7B112-837D-1DFC-E31A-E7566FDF88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2B41F0C-D21D-D7CC-0D9C-E42960B5FAEF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AFE156-289F-2CDF-B7CA-27B390F2CB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8C278D-2A44-DC6F-A327-7EDBB47BB1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DF88A-0BD0-4A52-BB9F-7B304716A4A9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F511E4-D5E0-ACC4-9EB4-4568851F7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F47171-5C81-D345-EA75-15B2FBDCE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2F1CE-44CC-4795-A649-7E9C012288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03109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E87AE-6284-FFCE-DD24-76B19C3185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126740-7D3A-63D9-024B-75DE1D424D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A67462-70F1-E412-E347-E17B091DCE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DF88A-0BD0-4A52-BB9F-7B304716A4A9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1E3D0C-4DF0-373B-79F0-33A48305A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3372E3-E4C3-25A5-1A30-B25A1A882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2F1CE-44CC-4795-A649-7E9C012288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28283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25894F9-C7AB-94F7-66B8-4753F46302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E4DBDA-205A-2D07-994F-166E09EE62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3F6189-ED5D-9B4D-E6A0-18EB20D80E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DF88A-0BD0-4A52-BB9F-7B304716A4A9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AF7CC7-DD11-F090-139C-FDB5BFD8E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7C01D3-B184-1C25-E59B-8654C6E15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2F1CE-44CC-4795-A649-7E9C012288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87314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A8AAF65-7017-D619-EBBA-A07F93B3E8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2CE0CD-A4F4-6A1B-C81E-9ED8073036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77273A-0603-698A-3822-AF2BB28F3E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DDF88A-0BD0-4A52-BB9F-7B304716A4A9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642FC7-CCFE-5449-CA13-5E38CE7C7E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485938-15B4-1D22-7B22-8CD1BA3204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82F1CE-44CC-4795-A649-7E9C012288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9578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E805CA-C95E-729F-FF57-FFEDB60C55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9200" y="2090327"/>
            <a:ext cx="9144000" cy="806245"/>
          </a:xfrm>
        </p:spPr>
        <p:txBody>
          <a:bodyPr>
            <a:normAutofit/>
          </a:bodyPr>
          <a:lstStyle/>
          <a:p>
            <a:r>
              <a:rPr lang="en-IN" sz="4400" b="1" dirty="0">
                <a:solidFill>
                  <a:schemeClr val="accent1">
                    <a:lumMod val="50000"/>
                  </a:schemeClr>
                </a:solidFill>
              </a:rPr>
              <a:t>Superstore Sales &amp; Profit Dashboard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26D186-C481-8F7D-4F11-4CEA048F38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91381" y="2972773"/>
            <a:ext cx="9144000" cy="1655762"/>
          </a:xfrm>
        </p:spPr>
        <p:txBody>
          <a:bodyPr/>
          <a:lstStyle/>
          <a:p>
            <a:r>
              <a:rPr lang="en-IN" b="1" dirty="0"/>
              <a:t>Data Analyst Internship – Task 4</a:t>
            </a:r>
            <a:br>
              <a:rPr lang="en-IN" dirty="0"/>
            </a:br>
            <a:r>
              <a:rPr lang="en-IN" b="1" dirty="0"/>
              <a:t>Power BI Dashboard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289299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BB93D-DA0A-2EFF-EC12-87D169B25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754" y="188145"/>
            <a:ext cx="10515600" cy="765585"/>
          </a:xfrm>
        </p:spPr>
        <p:txBody>
          <a:bodyPr>
            <a:normAutofit/>
          </a:bodyPr>
          <a:lstStyle/>
          <a:p>
            <a:r>
              <a:rPr lang="en-IN" sz="3600" b="1" dirty="0">
                <a:solidFill>
                  <a:schemeClr val="accent1">
                    <a:lumMod val="50000"/>
                  </a:schemeClr>
                </a:solidFill>
              </a:rPr>
              <a:t>Dashboard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2E24BB-2F26-9486-4FC4-1E56D17017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671" y="1853098"/>
            <a:ext cx="10515600" cy="4351338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IN" dirty="0"/>
              <a:t>Interactive Superstore sales and profit dashboard</a:t>
            </a:r>
          </a:p>
          <a:p>
            <a:pPr lvl="0"/>
            <a:r>
              <a:rPr lang="en-IN" dirty="0"/>
              <a:t>Key Performance Indicators (KPIs)</a:t>
            </a:r>
          </a:p>
          <a:p>
            <a:pPr lvl="0"/>
            <a:r>
              <a:rPr lang="en-IN" dirty="0"/>
              <a:t>Monthly sales trend analysis</a:t>
            </a:r>
          </a:p>
          <a:p>
            <a:pPr lvl="0"/>
            <a:r>
              <a:rPr lang="en-IN" dirty="0"/>
              <a:t>Sales and profit by category</a:t>
            </a:r>
          </a:p>
          <a:p>
            <a:pPr lvl="0"/>
            <a:r>
              <a:rPr lang="en-IN" dirty="0"/>
              <a:t>Regional sales comparison</a:t>
            </a:r>
          </a:p>
          <a:p>
            <a:pPr lvl="0"/>
            <a:r>
              <a:rPr lang="en-IN" dirty="0"/>
              <a:t>Top 10 products by sales</a:t>
            </a:r>
          </a:p>
          <a:p>
            <a:pPr lvl="0"/>
            <a:r>
              <a:rPr lang="en-IN" dirty="0"/>
              <a:t>Interactive slicers for Category, Segment and Region</a:t>
            </a: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6C2F1AE-8B5C-59E4-3DEB-B2E78AD3DABE}"/>
              </a:ext>
            </a:extLst>
          </p:cNvPr>
          <p:cNvSpPr txBox="1"/>
          <p:nvPr/>
        </p:nvSpPr>
        <p:spPr>
          <a:xfrm>
            <a:off x="619432" y="1141804"/>
            <a:ext cx="144693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/>
              <a:t>Content:</a:t>
            </a:r>
          </a:p>
        </p:txBody>
      </p:sp>
    </p:spTree>
    <p:extLst>
      <p:ext uri="{BB962C8B-B14F-4D97-AF65-F5344CB8AC3E}">
        <p14:creationId xmlns:p14="http://schemas.microsoft.com/office/powerpoint/2010/main" val="10153958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E7633-14BE-30DF-B46E-518C1C446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077E802-9F40-DE32-005A-11C28011F3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523196" cy="6905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31224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A13811-9AAE-2E98-1DB7-4C77270AB2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8265" y="158649"/>
            <a:ext cx="10515600" cy="745920"/>
          </a:xfrm>
        </p:spPr>
        <p:txBody>
          <a:bodyPr>
            <a:normAutofit/>
          </a:bodyPr>
          <a:lstStyle/>
          <a:p>
            <a:r>
              <a:rPr lang="en-IN" sz="4000" b="1" dirty="0">
                <a:solidFill>
                  <a:schemeClr val="accent1">
                    <a:lumMod val="50000"/>
                  </a:schemeClr>
                </a:solidFill>
              </a:rPr>
              <a:t>Key Business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CF7C54-C053-1F5C-28B0-FF4541FA47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6187" y="1088206"/>
            <a:ext cx="10515600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b="1" dirty="0"/>
              <a:t>Content:</a:t>
            </a:r>
            <a:endParaRPr lang="en-IN" dirty="0"/>
          </a:p>
          <a:p>
            <a:pPr lvl="0"/>
            <a:r>
              <a:rPr lang="en-IN" dirty="0"/>
              <a:t>Total Sales: </a:t>
            </a:r>
            <a:r>
              <a:rPr lang="en-IN" b="1" dirty="0"/>
              <a:t>2.30M</a:t>
            </a:r>
            <a:endParaRPr lang="en-IN" dirty="0"/>
          </a:p>
          <a:p>
            <a:pPr lvl="0"/>
            <a:r>
              <a:rPr lang="en-IN" dirty="0"/>
              <a:t>Total Profit: </a:t>
            </a:r>
            <a:r>
              <a:rPr lang="en-IN" b="1" dirty="0"/>
              <a:t>286.40K</a:t>
            </a:r>
            <a:endParaRPr lang="en-IN" dirty="0"/>
          </a:p>
          <a:p>
            <a:pPr lvl="0"/>
            <a:r>
              <a:rPr lang="en-IN" dirty="0"/>
              <a:t>Total Orders: </a:t>
            </a:r>
            <a:r>
              <a:rPr lang="en-IN" b="1" dirty="0"/>
              <a:t>5.015K</a:t>
            </a:r>
            <a:endParaRPr lang="en-IN" dirty="0"/>
          </a:p>
          <a:p>
            <a:pPr lvl="0"/>
            <a:r>
              <a:rPr lang="en-IN" dirty="0"/>
              <a:t>Overall Profit Margin: </a:t>
            </a:r>
            <a:r>
              <a:rPr lang="en-IN" b="1" dirty="0"/>
              <a:t>12.47%</a:t>
            </a:r>
            <a:endParaRPr lang="en-IN" dirty="0"/>
          </a:p>
          <a:p>
            <a:pPr lvl="0"/>
            <a:r>
              <a:rPr lang="en-IN" b="1" dirty="0"/>
              <a:t>Technology</a:t>
            </a:r>
            <a:r>
              <a:rPr lang="en-IN" dirty="0"/>
              <a:t> generates the highest sales and profit among categories.</a:t>
            </a:r>
          </a:p>
          <a:p>
            <a:pPr lvl="0"/>
            <a:r>
              <a:rPr lang="en-IN" b="1" dirty="0"/>
              <a:t>West</a:t>
            </a:r>
            <a:r>
              <a:rPr lang="en-IN" dirty="0"/>
              <a:t> region has the highest sales, followed closely by East.</a:t>
            </a:r>
          </a:p>
          <a:p>
            <a:pPr lvl="0"/>
            <a:r>
              <a:rPr lang="en-IN" dirty="0"/>
              <a:t>The dashboard identifies the </a:t>
            </a:r>
            <a:r>
              <a:rPr lang="en-IN" b="1" dirty="0"/>
              <a:t>top 10 products by sales</a:t>
            </a:r>
            <a:r>
              <a:rPr lang="en-IN" dirty="0"/>
              <a:t> for focused business analysis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556159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F3A74-8797-1BB5-1200-CAF39DD3E4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749" y="220252"/>
            <a:ext cx="10515600" cy="460785"/>
          </a:xfrm>
        </p:spPr>
        <p:txBody>
          <a:bodyPr>
            <a:normAutofit fontScale="90000"/>
          </a:bodyPr>
          <a:lstStyle/>
          <a:p>
            <a:r>
              <a:rPr lang="en-IN" sz="3600" b="1" dirty="0">
                <a:solidFill>
                  <a:schemeClr val="accent1">
                    <a:lumMod val="50000"/>
                  </a:schemeClr>
                </a:solidFill>
              </a:rPr>
              <a:t>Tools &amp; Outcome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93F888-79BA-BC7F-83CC-7401F97581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17703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Content:</a:t>
            </a:r>
            <a:endParaRPr lang="en-IN" dirty="0"/>
          </a:p>
          <a:p>
            <a:pPr lvl="0"/>
            <a:r>
              <a:rPr lang="en-IN" b="1" dirty="0"/>
              <a:t>Tool:</a:t>
            </a:r>
            <a:r>
              <a:rPr lang="en-IN" dirty="0"/>
              <a:t> Microsoft Power BI</a:t>
            </a:r>
          </a:p>
          <a:p>
            <a:pPr lvl="0"/>
            <a:r>
              <a:rPr lang="en-IN" b="1" dirty="0"/>
              <a:t>Dataset:</a:t>
            </a:r>
            <a:r>
              <a:rPr lang="en-IN" dirty="0"/>
              <a:t> Superstore Sales Dataset</a:t>
            </a:r>
          </a:p>
          <a:p>
            <a:pPr lvl="0"/>
            <a:r>
              <a:rPr lang="en-IN" b="1" dirty="0"/>
              <a:t>Dashboard:</a:t>
            </a:r>
            <a:r>
              <a:rPr lang="en-IN" dirty="0"/>
              <a:t> Interactive sales and profit analysis</a:t>
            </a:r>
          </a:p>
          <a:p>
            <a:pPr lvl="0"/>
            <a:r>
              <a:rPr lang="en-IN" b="1" dirty="0"/>
              <a:t>Key skills:</a:t>
            </a:r>
            <a:r>
              <a:rPr lang="en-IN" dirty="0"/>
              <a:t> KPI creation, data visualization, slicers, trend analysis and filtering</a:t>
            </a:r>
          </a:p>
          <a:p>
            <a:pPr lvl="0"/>
            <a:r>
              <a:rPr lang="en-IN" b="1" dirty="0"/>
              <a:t>Outcome:</a:t>
            </a:r>
            <a:r>
              <a:rPr lang="en-IN" dirty="0"/>
              <a:t> Created a business-focused interactive dashboard to support data-driven decision making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891412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163</Words>
  <Application>Microsoft Office PowerPoint</Application>
  <PresentationFormat>Widescreen</PresentationFormat>
  <Paragraphs>27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Superstore Sales &amp; Profit Dashboard</vt:lpstr>
      <vt:lpstr>Dashboard Overview</vt:lpstr>
      <vt:lpstr>PowerPoint Presentation</vt:lpstr>
      <vt:lpstr>Key Business Insights</vt:lpstr>
      <vt:lpstr>Tools &amp; Outcome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Devansh Chamlate</dc:creator>
  <cp:lastModifiedBy>Devansh Chamlate</cp:lastModifiedBy>
  <cp:revision>1</cp:revision>
  <dcterms:created xsi:type="dcterms:W3CDTF">2026-10-06T19:13:52Z</dcterms:created>
  <dcterms:modified xsi:type="dcterms:W3CDTF">2026-10-06T19:14:18Z</dcterms:modified>
</cp:coreProperties>
</file>